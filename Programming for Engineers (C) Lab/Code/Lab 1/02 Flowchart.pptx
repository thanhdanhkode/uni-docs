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5505A-D77B-4E0F-8CA4-5C57731E5AFF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F5AB9-7704-495F-BD9D-E2891A027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191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5505A-D77B-4E0F-8CA4-5C57731E5AFF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F5AB9-7704-495F-BD9D-E2891A027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316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5505A-D77B-4E0F-8CA4-5C57731E5AFF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F5AB9-7704-495F-BD9D-E2891A027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55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5505A-D77B-4E0F-8CA4-5C57731E5AFF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F5AB9-7704-495F-BD9D-E2891A027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603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5505A-D77B-4E0F-8CA4-5C57731E5AFF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F5AB9-7704-495F-BD9D-E2891A027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143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5505A-D77B-4E0F-8CA4-5C57731E5AFF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F5AB9-7704-495F-BD9D-E2891A027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392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5505A-D77B-4E0F-8CA4-5C57731E5AFF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F5AB9-7704-495F-BD9D-E2891A027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265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5505A-D77B-4E0F-8CA4-5C57731E5AFF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F5AB9-7704-495F-BD9D-E2891A027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757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5505A-D77B-4E0F-8CA4-5C57731E5AFF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F5AB9-7704-495F-BD9D-E2891A027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02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5505A-D77B-4E0F-8CA4-5C57731E5AFF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F5AB9-7704-495F-BD9D-E2891A027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527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5505A-D77B-4E0F-8CA4-5C57731E5AFF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F5AB9-7704-495F-BD9D-E2891A027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46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B5505A-D77B-4E0F-8CA4-5C57731E5AFF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3F5AB9-7704-495F-BD9D-E2891A027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487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63869" y="96716"/>
            <a:ext cx="1371600" cy="4572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1063869" y="1107831"/>
            <a:ext cx="1371600" cy="457200"/>
          </a:xfrm>
          <a:prstGeom prst="parallelogram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Read</a:t>
            </a:r>
            <a:endParaRPr lang="en-US" dirty="0"/>
          </a:p>
          <a:p>
            <a:pPr algn="ctr"/>
            <a:r>
              <a:rPr lang="en-US" dirty="0"/>
              <a:t>Year</a:t>
            </a:r>
          </a:p>
        </p:txBody>
      </p:sp>
      <p:cxnSp>
        <p:nvCxnSpPr>
          <p:cNvPr id="8" name="Straight Arrow Connector 7"/>
          <p:cNvCxnSpPr>
            <a:stCxn id="2" idx="2"/>
            <a:endCxn id="3" idx="0"/>
          </p:cNvCxnSpPr>
          <p:nvPr/>
        </p:nvCxnSpPr>
        <p:spPr>
          <a:xfrm>
            <a:off x="1749669" y="553916"/>
            <a:ext cx="0" cy="5539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amond 8"/>
          <p:cNvSpPr/>
          <p:nvPr/>
        </p:nvSpPr>
        <p:spPr>
          <a:xfrm>
            <a:off x="1292469" y="2013438"/>
            <a:ext cx="914400" cy="914400"/>
          </a:xfrm>
          <a:prstGeom prst="diamond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Year % 4 == 0</a:t>
            </a:r>
          </a:p>
        </p:txBody>
      </p:sp>
      <p:cxnSp>
        <p:nvCxnSpPr>
          <p:cNvPr id="13" name="Straight Arrow Connector 12"/>
          <p:cNvCxnSpPr>
            <a:stCxn id="3" idx="4"/>
            <a:endCxn id="9" idx="0"/>
          </p:cNvCxnSpPr>
          <p:nvPr/>
        </p:nvCxnSpPr>
        <p:spPr>
          <a:xfrm>
            <a:off x="1749669" y="1565031"/>
            <a:ext cx="0" cy="4484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iamond 13"/>
          <p:cNvSpPr/>
          <p:nvPr/>
        </p:nvSpPr>
        <p:spPr>
          <a:xfrm>
            <a:off x="1292469" y="3376245"/>
            <a:ext cx="914400" cy="914400"/>
          </a:xfrm>
          <a:prstGeom prst="diamond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Year % 100 == 0</a:t>
            </a:r>
          </a:p>
        </p:txBody>
      </p:sp>
      <p:cxnSp>
        <p:nvCxnSpPr>
          <p:cNvPr id="15" name="Straight Arrow Connector 14"/>
          <p:cNvCxnSpPr>
            <a:endCxn id="14" idx="0"/>
          </p:cNvCxnSpPr>
          <p:nvPr/>
        </p:nvCxnSpPr>
        <p:spPr>
          <a:xfrm>
            <a:off x="1749669" y="2927838"/>
            <a:ext cx="0" cy="4484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Diamond 15"/>
          <p:cNvSpPr/>
          <p:nvPr/>
        </p:nvSpPr>
        <p:spPr>
          <a:xfrm>
            <a:off x="1292469" y="4739052"/>
            <a:ext cx="914400" cy="914400"/>
          </a:xfrm>
          <a:prstGeom prst="diamond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Year % 400 == 0</a:t>
            </a:r>
          </a:p>
        </p:txBody>
      </p:sp>
      <p:cxnSp>
        <p:nvCxnSpPr>
          <p:cNvPr id="17" name="Straight Arrow Connector 16"/>
          <p:cNvCxnSpPr>
            <a:endCxn id="16" idx="0"/>
          </p:cNvCxnSpPr>
          <p:nvPr/>
        </p:nvCxnSpPr>
        <p:spPr>
          <a:xfrm>
            <a:off x="1749669" y="4290645"/>
            <a:ext cx="0" cy="4484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/>
          <p:cNvSpPr/>
          <p:nvPr/>
        </p:nvSpPr>
        <p:spPr>
          <a:xfrm>
            <a:off x="2860430" y="2242038"/>
            <a:ext cx="3021624" cy="457200"/>
          </a:xfrm>
          <a:prstGeom prst="parallelogram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Print</a:t>
            </a:r>
            <a:endParaRPr lang="en-US" dirty="0"/>
          </a:p>
          <a:p>
            <a:pPr algn="ctr"/>
            <a:r>
              <a:rPr lang="en-US" dirty="0"/>
              <a:t>Year is not a leap year</a:t>
            </a:r>
          </a:p>
        </p:txBody>
      </p:sp>
      <p:cxnSp>
        <p:nvCxnSpPr>
          <p:cNvPr id="21" name="Straight Arrow Connector 20"/>
          <p:cNvCxnSpPr>
            <a:stCxn id="9" idx="3"/>
            <a:endCxn id="19" idx="5"/>
          </p:cNvCxnSpPr>
          <p:nvPr/>
        </p:nvCxnSpPr>
        <p:spPr>
          <a:xfrm>
            <a:off x="2206869" y="2470638"/>
            <a:ext cx="71071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arallelogram 21"/>
          <p:cNvSpPr/>
          <p:nvPr/>
        </p:nvSpPr>
        <p:spPr>
          <a:xfrm>
            <a:off x="2860430" y="3604844"/>
            <a:ext cx="3021624" cy="457200"/>
          </a:xfrm>
          <a:prstGeom prst="parallelogram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Print</a:t>
            </a:r>
            <a:endParaRPr lang="en-US" dirty="0"/>
          </a:p>
          <a:p>
            <a:pPr algn="ctr"/>
            <a:r>
              <a:rPr lang="en-US" dirty="0"/>
              <a:t>Year is not a leap year</a:t>
            </a:r>
          </a:p>
        </p:txBody>
      </p:sp>
      <p:cxnSp>
        <p:nvCxnSpPr>
          <p:cNvPr id="23" name="Straight Arrow Connector 22"/>
          <p:cNvCxnSpPr>
            <a:endCxn id="22" idx="5"/>
          </p:cNvCxnSpPr>
          <p:nvPr/>
        </p:nvCxnSpPr>
        <p:spPr>
          <a:xfrm>
            <a:off x="2206869" y="3833444"/>
            <a:ext cx="71071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lelogram 23"/>
          <p:cNvSpPr/>
          <p:nvPr/>
        </p:nvSpPr>
        <p:spPr>
          <a:xfrm>
            <a:off x="2860430" y="4967650"/>
            <a:ext cx="3021624" cy="457200"/>
          </a:xfrm>
          <a:prstGeom prst="parallelogram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Print</a:t>
            </a:r>
            <a:endParaRPr lang="en-US" dirty="0"/>
          </a:p>
          <a:p>
            <a:pPr algn="ctr"/>
            <a:r>
              <a:rPr lang="en-US" dirty="0"/>
              <a:t>Year is not a leap year</a:t>
            </a:r>
          </a:p>
        </p:txBody>
      </p:sp>
      <p:cxnSp>
        <p:nvCxnSpPr>
          <p:cNvPr id="25" name="Straight Arrow Connector 24"/>
          <p:cNvCxnSpPr>
            <a:endCxn id="24" idx="5"/>
          </p:cNvCxnSpPr>
          <p:nvPr/>
        </p:nvCxnSpPr>
        <p:spPr>
          <a:xfrm>
            <a:off x="2206869" y="5196250"/>
            <a:ext cx="71071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1749669" y="5653452"/>
            <a:ext cx="0" cy="4484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arallelogram 26"/>
          <p:cNvSpPr/>
          <p:nvPr/>
        </p:nvSpPr>
        <p:spPr>
          <a:xfrm>
            <a:off x="238857" y="6101855"/>
            <a:ext cx="3021624" cy="457200"/>
          </a:xfrm>
          <a:prstGeom prst="parallelogram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Print</a:t>
            </a:r>
            <a:endParaRPr lang="en-US" dirty="0"/>
          </a:p>
          <a:p>
            <a:pPr algn="ctr"/>
            <a:r>
              <a:rPr lang="en-US" dirty="0"/>
              <a:t>Year is not a leap year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10454" y="6101855"/>
            <a:ext cx="1371600" cy="4572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cxnSp>
        <p:nvCxnSpPr>
          <p:cNvPr id="29" name="Straight Arrow Connector 28"/>
          <p:cNvCxnSpPr>
            <a:stCxn id="27" idx="2"/>
            <a:endCxn id="28" idx="1"/>
          </p:cNvCxnSpPr>
          <p:nvPr/>
        </p:nvCxnSpPr>
        <p:spPr>
          <a:xfrm>
            <a:off x="3203331" y="6330455"/>
            <a:ext cx="13071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107115" y="2242038"/>
            <a:ext cx="1371600" cy="4572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End</a:t>
            </a:r>
            <a:endParaRPr lang="en-US" dirty="0"/>
          </a:p>
        </p:txBody>
      </p:sp>
      <p:cxnSp>
        <p:nvCxnSpPr>
          <p:cNvPr id="33" name="Straight Arrow Connector 32"/>
          <p:cNvCxnSpPr>
            <a:endCxn id="32" idx="1"/>
          </p:cNvCxnSpPr>
          <p:nvPr/>
        </p:nvCxnSpPr>
        <p:spPr>
          <a:xfrm>
            <a:off x="5799992" y="2470638"/>
            <a:ext cx="13071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07115" y="3600447"/>
            <a:ext cx="1371600" cy="4572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End</a:t>
            </a:r>
            <a:endParaRPr lang="en-US" dirty="0"/>
          </a:p>
        </p:txBody>
      </p:sp>
      <p:cxnSp>
        <p:nvCxnSpPr>
          <p:cNvPr id="35" name="Straight Arrow Connector 34"/>
          <p:cNvCxnSpPr>
            <a:endCxn id="34" idx="1"/>
          </p:cNvCxnSpPr>
          <p:nvPr/>
        </p:nvCxnSpPr>
        <p:spPr>
          <a:xfrm>
            <a:off x="5799992" y="3829047"/>
            <a:ext cx="13071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107115" y="4958855"/>
            <a:ext cx="1371600" cy="4572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End</a:t>
            </a:r>
            <a:endParaRPr lang="en-US" dirty="0"/>
          </a:p>
        </p:txBody>
      </p:sp>
      <p:cxnSp>
        <p:nvCxnSpPr>
          <p:cNvPr id="39" name="Straight Arrow Connector 38"/>
          <p:cNvCxnSpPr>
            <a:endCxn id="38" idx="1"/>
          </p:cNvCxnSpPr>
          <p:nvPr/>
        </p:nvCxnSpPr>
        <p:spPr>
          <a:xfrm>
            <a:off x="5799992" y="5187455"/>
            <a:ext cx="13071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0390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50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NGUYEN THANH DANH</cp:lastModifiedBy>
  <cp:revision>4</cp:revision>
  <dcterms:created xsi:type="dcterms:W3CDTF">2025-10-16T04:27:08Z</dcterms:created>
  <dcterms:modified xsi:type="dcterms:W3CDTF">2025-10-23T03:40:08Z</dcterms:modified>
</cp:coreProperties>
</file>